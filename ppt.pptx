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13"/>
  </p:notesMasterIdLst>
  <p:sldIdLst>
    <p:sldId id="26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56" r:id="rId12"/>
  </p:sldIdLst>
  <p:sldSz cx="10058400" cy="7772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87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Notes Placeholder">
            <a:extLst>
              <a:ext uri="{FF2B5EF4-FFF2-40B4-BE49-F238E27FC236}">
                <a16:creationId xmlns:a16="http://schemas.microsoft.com/office/drawing/2014/main" id="{66DF2373-7BA8-A94E-859F-B06B92093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Notes Placeholder">
            <a:extLst>
              <a:ext uri="{FF2B5EF4-FFF2-40B4-BE49-F238E27FC236}">
                <a16:creationId xmlns:a16="http://schemas.microsoft.com/office/drawing/2014/main" id="{E8217E08-0181-B232-4F8A-4A0881211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Notes Placeholder">
            <a:extLst>
              <a:ext uri="{FF2B5EF4-FFF2-40B4-BE49-F238E27FC236}">
                <a16:creationId xmlns:a16="http://schemas.microsoft.com/office/drawing/2014/main" id="{A9E64374-4970-B6A2-4214-070673AFE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Notes Placeholder">
            <a:extLst>
              <a:ext uri="{FF2B5EF4-FFF2-40B4-BE49-F238E27FC236}">
                <a16:creationId xmlns:a16="http://schemas.microsoft.com/office/drawing/2014/main" id="{31A95DD7-A8E9-EA32-70D6-3ED06A1A8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Notes Placeholder">
            <a:extLst>
              <a:ext uri="{FF2B5EF4-FFF2-40B4-BE49-F238E27FC236}">
                <a16:creationId xmlns:a16="http://schemas.microsoft.com/office/drawing/2014/main" id="{04BE2149-AE9A-312D-FA30-A798263DD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9F73726F-2A8F-D6DE-C1EC-5C9D8A8EA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Notes Placeholder">
            <a:extLst>
              <a:ext uri="{FF2B5EF4-FFF2-40B4-BE49-F238E27FC236}">
                <a16:creationId xmlns:a16="http://schemas.microsoft.com/office/drawing/2014/main" id="{4A65B0CC-6D13-141D-C415-A127D9B95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Notes Placeholder">
            <a:extLst>
              <a:ext uri="{FF2B5EF4-FFF2-40B4-BE49-F238E27FC236}">
                <a16:creationId xmlns:a16="http://schemas.microsoft.com/office/drawing/2014/main" id="{5F746E8D-031E-E24A-AE2F-8533C99B0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Notes Placeholder">
            <a:extLst>
              <a:ext uri="{FF2B5EF4-FFF2-40B4-BE49-F238E27FC236}">
                <a16:creationId xmlns:a16="http://schemas.microsoft.com/office/drawing/2014/main" id="{8C4AE6F8-932D-78B5-FC2E-76829EC49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otes Placeholder">
            <a:extLst>
              <a:ext uri="{FF2B5EF4-FFF2-40B4-BE49-F238E27FC236}">
                <a16:creationId xmlns:a16="http://schemas.microsoft.com/office/drawing/2014/main" id="{F6B19B49-4E68-B354-EF8C-B51421D00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312" y="-9597"/>
            <a:ext cx="10086784" cy="7791593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655" y="2725139"/>
            <a:ext cx="6409391" cy="1865809"/>
          </a:xfrm>
        </p:spPr>
        <p:txBody>
          <a:bodyPr anchor="b">
            <a:noAutofit/>
          </a:bodyPr>
          <a:lstStyle>
            <a:lvl1pPr algn="r">
              <a:defRPr sz="59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655" y="4590946"/>
            <a:ext cx="6409391" cy="1243152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5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1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4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0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23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18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F46D29-A09D-408E-B59F-B791532826FC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B35AB-6583-4966-852A-31F2B58627FE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84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8" y="3060984"/>
            <a:ext cx="6982487" cy="2070125"/>
          </a:xfrm>
        </p:spPr>
        <p:txBody>
          <a:bodyPr anchor="b"/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975120"/>
          </a:xfrm>
        </p:spPr>
        <p:txBody>
          <a:bodyPr anchor="t"/>
          <a:lstStyle>
            <a:lvl1pPr marL="0" indent="0" algn="l"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02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5" cy="14969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1" y="2448668"/>
            <a:ext cx="3396920" cy="4398208"/>
          </a:xfrm>
        </p:spPr>
        <p:txBody>
          <a:bodyPr>
            <a:normAutofit/>
          </a:bodyPr>
          <a:lstStyle>
            <a:lvl1pPr>
              <a:defRPr sz="1980"/>
            </a:lvl1pPr>
            <a:lvl2pPr>
              <a:defRPr sz="1760"/>
            </a:lvl2pPr>
            <a:lvl3pPr>
              <a:defRPr sz="1540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6124" y="2448669"/>
            <a:ext cx="3396921" cy="4398209"/>
          </a:xfrm>
        </p:spPr>
        <p:txBody>
          <a:bodyPr>
            <a:normAutofit/>
          </a:bodyPr>
          <a:lstStyle>
            <a:lvl1pPr>
              <a:defRPr sz="1980"/>
            </a:lvl1pPr>
            <a:lvl2pPr>
              <a:defRPr sz="1760"/>
            </a:lvl2pPr>
            <a:lvl3pPr>
              <a:defRPr sz="1540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12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4" cy="1496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9" y="2449114"/>
            <a:ext cx="3399739" cy="653097"/>
          </a:xfrm>
        </p:spPr>
        <p:txBody>
          <a:bodyPr anchor="b">
            <a:noAutofit/>
          </a:bodyPr>
          <a:lstStyle>
            <a:lvl1pPr marL="0" indent="0">
              <a:buNone/>
              <a:defRPr sz="2640" b="0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59" y="3102213"/>
            <a:ext cx="3399739" cy="37446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3304" y="2449114"/>
            <a:ext cx="3399739" cy="653097"/>
          </a:xfrm>
        </p:spPr>
        <p:txBody>
          <a:bodyPr anchor="b">
            <a:noAutofit/>
          </a:bodyPr>
          <a:lstStyle>
            <a:lvl1pPr marL="0" indent="0">
              <a:buNone/>
              <a:defRPr sz="2640" b="0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3304" y="3102213"/>
            <a:ext cx="3399739" cy="37446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033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690880"/>
            <a:ext cx="6982485" cy="14969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9A3B92-69C0-46FF-A7A0-4507C5834E88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2FC957-DB63-45A1-9FC3-C2C5515F9514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68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F64B18-2A5D-48EB-985D-90631C3CDFC7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2B0294-E41C-47DF-8E20-285D8DDB8CF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5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1698418"/>
            <a:ext cx="3069200" cy="1448928"/>
          </a:xfrm>
        </p:spPr>
        <p:txBody>
          <a:bodyPr anchor="b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8403" y="583582"/>
            <a:ext cx="3724641" cy="626329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59" y="3147346"/>
            <a:ext cx="3069200" cy="2929042"/>
          </a:xfrm>
        </p:spPr>
        <p:txBody>
          <a:bodyPr>
            <a:normAutofit/>
          </a:bodyPr>
          <a:lstStyle>
            <a:lvl1pPr marL="0" indent="0">
              <a:buNone/>
              <a:defRPr sz="154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62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5440680"/>
            <a:ext cx="6982485" cy="642303"/>
          </a:xfrm>
        </p:spPr>
        <p:txBody>
          <a:bodyPr anchor="b">
            <a:normAutofit/>
          </a:bodyPr>
          <a:lstStyle>
            <a:lvl1pPr algn="l">
              <a:defRPr sz="26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0559" y="690880"/>
            <a:ext cx="6982485" cy="435848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0"/>
            </a:lvl1pPr>
            <a:lvl2pPr marL="502920" indent="0">
              <a:buNone/>
              <a:defRPr sz="1760"/>
            </a:lvl2pPr>
            <a:lvl3pPr marL="1005840" indent="0">
              <a:buNone/>
              <a:defRPr sz="1760"/>
            </a:lvl3pPr>
            <a:lvl4pPr marL="1508760" indent="0">
              <a:buNone/>
              <a:defRPr sz="1760"/>
            </a:lvl4pPr>
            <a:lvl5pPr marL="2011680" indent="0">
              <a:buNone/>
              <a:defRPr sz="1760"/>
            </a:lvl5pPr>
            <a:lvl6pPr marL="2514600" indent="0">
              <a:buNone/>
              <a:defRPr sz="1760"/>
            </a:lvl6pPr>
            <a:lvl7pPr marL="3017520" indent="0">
              <a:buNone/>
              <a:defRPr sz="1760"/>
            </a:lvl7pPr>
            <a:lvl8pPr marL="3520440" indent="0">
              <a:buNone/>
              <a:defRPr sz="1760"/>
            </a:lvl8pPr>
            <a:lvl9pPr marL="4023360" indent="0">
              <a:buNone/>
              <a:defRPr sz="17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59" y="6082983"/>
            <a:ext cx="6982485" cy="763894"/>
          </a:xfrm>
        </p:spPr>
        <p:txBody>
          <a:bodyPr>
            <a:normAutofit/>
          </a:bodyPr>
          <a:lstStyle>
            <a:lvl1pPr marL="0" indent="0">
              <a:buNone/>
              <a:defRPr sz="1320"/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35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5" cy="38574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5066453"/>
            <a:ext cx="6982485" cy="1780424"/>
          </a:xfrm>
        </p:spPr>
        <p:txBody>
          <a:bodyPr anchor="ctr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61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74" y="690880"/>
            <a:ext cx="6679400" cy="34256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1182" y="4116493"/>
            <a:ext cx="5961784" cy="431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FontTx/>
              <a:buNone/>
              <a:defRPr/>
            </a:lvl2pPr>
            <a:lvl3pPr marL="1005840" indent="0">
              <a:buFontTx/>
              <a:buNone/>
              <a:defRPr/>
            </a:lvl3pPr>
            <a:lvl4pPr marL="1508760" indent="0">
              <a:buFontTx/>
              <a:buNone/>
              <a:defRPr/>
            </a:lvl4pPr>
            <a:lvl5pPr marL="20116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066453"/>
            <a:ext cx="6982487" cy="1780424"/>
          </a:xfrm>
        </p:spPr>
        <p:txBody>
          <a:bodyPr anchor="ctr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30983" y="895762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2469" y="3271430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8548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8" y="2189587"/>
            <a:ext cx="6982487" cy="2941521"/>
          </a:xfrm>
        </p:spPr>
        <p:txBody>
          <a:bodyPr anchor="b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1715769"/>
          </a:xfrm>
        </p:spPr>
        <p:txBody>
          <a:bodyPr anchor="t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06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74" y="690880"/>
            <a:ext cx="6679400" cy="34256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0557" y="4548294"/>
            <a:ext cx="6982488" cy="58281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FontTx/>
              <a:buNone/>
              <a:defRPr/>
            </a:lvl2pPr>
            <a:lvl3pPr marL="1005840" indent="0">
              <a:buFontTx/>
              <a:buNone/>
              <a:defRPr/>
            </a:lvl3pPr>
            <a:lvl4pPr marL="1508760" indent="0">
              <a:buFontTx/>
              <a:buNone/>
              <a:defRPr/>
            </a:lvl4pPr>
            <a:lvl5pPr marL="20116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1715769"/>
          </a:xfrm>
        </p:spPr>
        <p:txBody>
          <a:bodyPr anchor="t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30983" y="895762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2469" y="3271430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5913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433" y="690880"/>
            <a:ext cx="6975612" cy="34256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0557" y="4548294"/>
            <a:ext cx="6982488" cy="58281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0">
                <a:solidFill>
                  <a:schemeClr val="accent1"/>
                </a:solidFill>
              </a:defRPr>
            </a:lvl1pPr>
            <a:lvl2pPr marL="502920" indent="0">
              <a:buFontTx/>
              <a:buNone/>
              <a:defRPr/>
            </a:lvl2pPr>
            <a:lvl3pPr marL="1005840" indent="0">
              <a:buFontTx/>
              <a:buNone/>
              <a:defRPr/>
            </a:lvl3pPr>
            <a:lvl4pPr marL="1508760" indent="0">
              <a:buFontTx/>
              <a:buNone/>
              <a:defRPr/>
            </a:lvl4pPr>
            <a:lvl5pPr marL="20116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1715769"/>
          </a:xfrm>
        </p:spPr>
        <p:txBody>
          <a:bodyPr anchor="t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573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04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5043" y="690881"/>
            <a:ext cx="1076693" cy="59516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59" y="690881"/>
            <a:ext cx="5714529" cy="5951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495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7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9313" y="-9597"/>
            <a:ext cx="10086786" cy="7791593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4" cy="1496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9" y="2448669"/>
            <a:ext cx="6982485" cy="4398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5784" y="6846879"/>
            <a:ext cx="75254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3402546-F20E-49F1-97E6-2EDAFFBAAE7E}" type="datetimeFigureOut">
              <a:rPr lang="en-US" smtClean="0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0560" y="6846879"/>
            <a:ext cx="508527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9144" y="6846879"/>
            <a:ext cx="563902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A3CF074-045B-4D73-8E81-F7D874815B4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32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txStyles>
    <p:titleStyle>
      <a:lvl1pPr algn="l" defTabSz="502920" rtl="0" eaLnBrk="1" latinLnBrk="0" hangingPunct="1">
        <a:spcBef>
          <a:spcPct val="0"/>
        </a:spcBef>
        <a:buNone/>
        <a:defRPr sz="396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190" indent="-37719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17245" indent="-314325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5730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76022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26314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76606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6898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190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7482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2576181" y="933249"/>
            <a:ext cx="5452013" cy="129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855" tIns="31419" rIns="62855" bIns="31419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 JOSEPH ENGINEERING COLLEGE</a:t>
            </a:r>
            <a:endParaRPr lang="en-US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5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 Autonomous Institution)</a:t>
            </a:r>
            <a:endParaRPr lang="en-US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5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Affiliated to Visvesvaraya Technological University, Belagavi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238">
              <a:solidFill>
                <a:schemeClr val="bg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238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457200"/>
            <a:ext cx="1230881" cy="112146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2327031" y="2334362"/>
            <a:ext cx="5701163" cy="323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855" tIns="31419" rIns="62855" bIns="31419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925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Department of Computer Application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65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5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Summer Internship - I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5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“Personal Portfolio Using React”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375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of, 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Priyadarshini P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375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1375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Husen Basha 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4SO23MC032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75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 Semester MCA ‘A’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375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bject 2">
            <a:extLst>
              <a:ext uri="{FF2B5EF4-FFF2-40B4-BE49-F238E27FC236}">
                <a16:creationId xmlns:a16="http://schemas.microsoft.com/office/drawing/2014/main" id="{4AE3F28C-F2F9-F13D-E133-7C4E3BA0D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object 2">
            <a:extLst>
              <a:ext uri="{FF2B5EF4-FFF2-40B4-BE49-F238E27FC236}">
                <a16:creationId xmlns:a16="http://schemas.microsoft.com/office/drawing/2014/main" id="{C75E8E4F-2E95-919B-2FB0-8099984E4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bject 2">
            <a:extLst>
              <a:ext uri="{FF2B5EF4-FFF2-40B4-BE49-F238E27FC236}">
                <a16:creationId xmlns:a16="http://schemas.microsoft.com/office/drawing/2014/main" id="{2A24029D-6D36-2819-0035-8C1E753D9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bject 2">
            <a:extLst>
              <a:ext uri="{FF2B5EF4-FFF2-40B4-BE49-F238E27FC236}">
                <a16:creationId xmlns:a16="http://schemas.microsoft.com/office/drawing/2014/main" id="{672E6851-1760-0CAC-D240-0F76245F7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bject 2">
            <a:extLst>
              <a:ext uri="{FF2B5EF4-FFF2-40B4-BE49-F238E27FC236}">
                <a16:creationId xmlns:a16="http://schemas.microsoft.com/office/drawing/2014/main" id="{745B7201-D534-AC3A-90DF-39DE52D0C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bject 2">
            <a:extLst>
              <a:ext uri="{FF2B5EF4-FFF2-40B4-BE49-F238E27FC236}">
                <a16:creationId xmlns:a16="http://schemas.microsoft.com/office/drawing/2014/main" id="{8BEBA001-29E5-C7DD-C68D-0692DFC88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bject 2">
            <a:extLst>
              <a:ext uri="{FF2B5EF4-FFF2-40B4-BE49-F238E27FC236}">
                <a16:creationId xmlns:a16="http://schemas.microsoft.com/office/drawing/2014/main" id="{376442CE-F9A4-0DDB-9053-3E8452175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bject 2">
            <a:extLst>
              <a:ext uri="{FF2B5EF4-FFF2-40B4-BE49-F238E27FC236}">
                <a16:creationId xmlns:a16="http://schemas.microsoft.com/office/drawing/2014/main" id="{3D4A8D80-88A4-C2D3-CF0D-E2C206DC6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:a16="http://schemas.microsoft.com/office/drawing/2014/main" id="{E883E916-3C4A-61AC-8EA8-6F6E454AB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bject 2">
            <a:extLst>
              <a:ext uri="{FF2B5EF4-FFF2-40B4-BE49-F238E27FC236}">
                <a16:creationId xmlns:a16="http://schemas.microsoft.com/office/drawing/2014/main" id="{D0C8B992-58AF-A215-F3FA-AF83221CD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10058400" cy="5657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52</Words>
  <Application>Microsoft Office PowerPoint</Application>
  <PresentationFormat>Custom</PresentationFormat>
  <Paragraphs>16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Online2PDF.com</dc:creator>
  <cp:lastModifiedBy>Husen Sufi</cp:lastModifiedBy>
  <cp:revision>4</cp:revision>
  <dcterms:created xsi:type="dcterms:W3CDTF">2025-01-01T17:58:45Z</dcterms:created>
  <dcterms:modified xsi:type="dcterms:W3CDTF">2025-01-02T05:56:16Z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2025-01-01T00:00:00Z</vt:filetime>
  </property>
  <property fmtid="{D5CDD505-2E9C-101B-9397-08002B2CF9AE}" pid="3" name="LastSaved">
    <vt:filetime>2025-01-01T00:00:00Z</vt:filetime>
  </property>
</Properties>
</file>